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54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ETL: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Analytics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Pipeline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 Harrison</a:t>
            </a:r>
            <a:r>
              <a:rPr lang="en-US" sz="13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Mentor: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Bright Osarenren</a:t>
            </a:r>
            <a:r>
              <a:rPr lang="en-US" sz="13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Group: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3MTT C2 Data Engineering(102)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3MTT Data Engineering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 Harrison  |  Spark ETL: Movie Analytics  |  3MTT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023360" cy="3337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 million movie ratings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as raw, unstructured CSV 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pipeline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execution, no retry logic, no audit trail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Wasteful reprocessing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detect unchanged datasets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locked in databases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to non-technical stakeholders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005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463040"/>
            <a:ext cx="73152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536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810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nulls, and malformed types corrupt analytical results without schema enforcement.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468880"/>
            <a:ext cx="73152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42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Fragility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816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pipelines fail silently. One missed step invalidates downstream tables.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474720"/>
            <a:ext cx="73152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822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scripts cannot handle 33M+ rows consistently or grow with the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 Harrison  |  Spark ETL: Movie Analytics  |  3MTT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2344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332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44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GroupLens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ml-latest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3487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960120"/>
            <a:ext cx="1234440" cy="777240"/>
          </a:xfrm>
          <a:prstGeom prst="rect">
            <a:avLst/>
          </a:prstGeom>
          <a:solidFill>
            <a:srgbClr val="1C5D7A"/>
          </a:solidFill>
          <a:ln w="12700">
            <a:solidFill>
              <a:srgbClr val="1C5D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10332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1344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3487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960120"/>
            <a:ext cx="1234440" cy="777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10332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1344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13487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960120"/>
            <a:ext cx="12344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10332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1344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13487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960120"/>
            <a:ext cx="1234440" cy="77724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10332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1344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78040" y="13487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960120"/>
            <a:ext cx="123444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60920" y="10332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1344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965960"/>
            <a:ext cx="1554480" cy="8686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039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7432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Processed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1965960"/>
            <a:ext cx="1554480" cy="8686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2039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86,537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01168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1965960"/>
            <a:ext cx="1554480" cy="8686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039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Years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74904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0" y="1965960"/>
            <a:ext cx="1554480" cy="8686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039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Tasks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1965960"/>
            <a:ext cx="1554480" cy="8686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039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22376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29718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ingests MovieLens Latest data weekly, applies PySpark-based ETL, stores results in a PostgreSQL star schema, and surfaces insights via Metabase dashboards.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orchestrates the full 15-task pipeline with hash-based change detection, idempotent loading, and automated quality checks.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3749040"/>
            <a:ext cx="85039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0040" y="3749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Apache Airflow  ·  Dockerised Infrastructure  ·  Weekly Automated Schedule  ·  Zero Cloud Cost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 Harrison  |  Spark ETL: Movie Analytics  |  3MTT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269748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33272"/>
            <a:ext cx="73152" cy="1252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8813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362456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581912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logic, Airflow DAG, data utilities, psycopg2 database connectivity.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697480" cy="73152"/>
          </a:xfrm>
          <a:prstGeom prst="rect">
            <a:avLst/>
          </a:prstGeom>
          <a:solidFill>
            <a:srgbClr val="1C5D7A"/>
          </a:solidFill>
          <a:ln w="12700">
            <a:solidFill>
              <a:srgbClr val="1C5D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33272"/>
            <a:ext cx="73152" cy="1252728"/>
          </a:xfrm>
          <a:prstGeom prst="rect">
            <a:avLst/>
          </a:prstGeom>
          <a:solidFill>
            <a:srgbClr val="1C5D7A"/>
          </a:solidFill>
          <a:ln w="12700">
            <a:solidFill>
              <a:srgbClr val="1C5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08813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1362456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1581912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enforcement, cleaning transformations, window functions, JDBC writes to PostgreSQL.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6012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033272"/>
            <a:ext cx="73152" cy="1252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08813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5352" y="1362456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45352" y="1581912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15-task DAG with retry logic, XCom data passing, task grouping, and scheduled execution.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68880"/>
            <a:ext cx="2697480" cy="73152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542032"/>
            <a:ext cx="73152" cy="1252728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259689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" y="2871216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" y="3090672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storage — fact_ratings, dim_movies, dim_users, genre_trends, decade_stats.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4688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2468880"/>
            <a:ext cx="2697480" cy="73152"/>
          </a:xfrm>
          <a:prstGeom prst="rect">
            <a:avLst/>
          </a:prstGeom>
          <a:solidFill>
            <a:srgbClr val="014D5A"/>
          </a:solidFill>
          <a:ln w="12700">
            <a:solidFill>
              <a:srgbClr val="014D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542032"/>
            <a:ext cx="73152" cy="1252728"/>
          </a:xfrm>
          <a:prstGeom prst="rect">
            <a:avLst/>
          </a:prstGeom>
          <a:solidFill>
            <a:srgbClr val="014D5A"/>
          </a:solidFill>
          <a:ln w="12700">
            <a:solidFill>
              <a:srgbClr val="014D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59689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64992" y="2871216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3090672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deployment of PostgreSQL, Metabase, and Airflow with shared volume mounts.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4688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2468880"/>
            <a:ext cx="26974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2542032"/>
            <a:ext cx="73152" cy="1252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259689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45352" y="2871216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45352" y="3090672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dashboard authoring with direct PostgreSQL connectivity for stakeholder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Airflow Orchestration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 Harrison  |  Spark ETL: Movie Analytics  |  3MTT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2984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72768" y="115214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960120"/>
            <a:ext cx="1298448" cy="384048"/>
          </a:xfrm>
          <a:prstGeom prst="rect">
            <a:avLst/>
          </a:prstGeom>
          <a:solidFill>
            <a:srgbClr val="1C5D7A"/>
          </a:solidFill>
          <a:ln w="12700">
            <a:solidFill>
              <a:srgbClr val="1C5D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9601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ensure_schema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115214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960120"/>
            <a:ext cx="12984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9601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download_dataset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15968" y="115214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960120"/>
            <a:ext cx="129844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9601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check_for_updates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87568" y="115214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960120"/>
            <a:ext cx="129844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9601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extract_files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59168" y="115214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960120"/>
            <a:ext cx="1298448" cy="384048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9601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81544" y="1344168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1572768"/>
            <a:ext cx="687628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TaskGroup: spark_jobs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1764792"/>
            <a:ext cx="12984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7647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72768" y="1956816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1764792"/>
            <a:ext cx="1298448" cy="384048"/>
          </a:xfrm>
          <a:prstGeom prst="rect">
            <a:avLst/>
          </a:prstGeom>
          <a:solidFill>
            <a:srgbClr val="1C5D7A"/>
          </a:solidFill>
          <a:ln w="12700">
            <a:solidFill>
              <a:srgbClr val="1C5D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17647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44368" y="1956816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1764792"/>
            <a:ext cx="12984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7647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transform_data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15968" y="1956816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1764792"/>
            <a:ext cx="129844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17647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load_to_postgres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38344" y="242316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651760"/>
            <a:ext cx="1298448" cy="384048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651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run_similarity_job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72768" y="284378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0" y="2651760"/>
            <a:ext cx="1298448" cy="384048"/>
          </a:xfrm>
          <a:prstGeom prst="rect">
            <a:avLst/>
          </a:prstGeom>
          <a:solidFill>
            <a:srgbClr val="1C5D7A"/>
          </a:solidFill>
          <a:ln w="12700">
            <a:solidFill>
              <a:srgbClr val="1C5D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2651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data_quality_checks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944368" y="284378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0" y="2651760"/>
            <a:ext cx="12984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2651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log_pipeline_run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15968" y="284378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89120" y="2651760"/>
            <a:ext cx="129844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2651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cleanup_temp_files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87568" y="2843784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2651760"/>
            <a:ext cx="12984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2651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" y="3218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352044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11480" y="3547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change detection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11480" y="3803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of zip → skip pipeline if unchanged (~2 min vs 90 min)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46120" y="352044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37560" y="3547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Truncate-before-insert idempotency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37560" y="3803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truncated before each load → re-runs always safe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72200" y="3520440"/>
            <a:ext cx="2834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263640" y="3547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 fact_ratings loading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63640" y="3803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sequential JDBC batches → avoids JVM OOM on 33M rows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Gogo Harrison  |  Spark ETL: Movie Analytics  |  3MTT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1920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655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59152" y="96012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9152" y="960120"/>
            <a:ext cx="1920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79,476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59152" y="1655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43984" y="96012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43984" y="960120"/>
            <a:ext cx="1920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Yrs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43984" y="1655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28816" y="96012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960120"/>
            <a:ext cx="1920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28816" y="16550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240280"/>
            <a:ext cx="416052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500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Tables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6974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fact_ratings — 33.8M rows, 29-year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dim_movies — 79,476 cleaned movie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genre_trends — avg ratings by genre per year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decade_stats — aggregate stats by release decade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tag_similarity — cosine similarity (top 500 movies)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22402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2240280"/>
            <a:ext cx="416052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500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Insights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26974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&amp; Comedy genres dominate rating volume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films show highest average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activity peaks in early 2000s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movies cluster by genre and decade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incremental detection: ~2 min vs 90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0972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697480" cy="3017520"/>
          </a:xfrm>
          <a:prstGeom prst="rect">
            <a:avLst/>
          </a:prstGeom>
          <a:solidFill>
            <a:srgbClr val="0D2A4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269748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ETL pipeline on 33.8M records using 100% open-source tooling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orchestration with 15 tasks, retry logic, and hash-based skip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star schema loading — safe to re-run at any point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similarity model from tag genome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Self-bootstrapping: schema creation, quality checks, audit logging all automated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97480" cy="3017520"/>
          </a:xfrm>
          <a:prstGeom prst="rect">
            <a:avLst/>
          </a:prstGeom>
          <a:solidFill>
            <a:srgbClr val="0D2A4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05840"/>
            <a:ext cx="26974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481328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OOM on 33M rows → year-by-year JDBC batching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memory limits → .wslconfig tuning + swap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inter-container networking → service name resolution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on Windows → containerised Linux environment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flask-session incompatibility → pinned compatible version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97480" cy="3017520"/>
          </a:xfrm>
          <a:prstGeom prst="rect">
            <a:avLst/>
          </a:prstGeom>
          <a:solidFill>
            <a:srgbClr val="0D2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481328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Kubernetes with SparkSubmitOperator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incremental loading with timestamp watermarks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for transformation layer with lineage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for declarative data quality contracts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extending the similarity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ETL: Movie Analytics  |  Gogo Harrison  |  3MTT Data Engineering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766</Words>
  <Application>Microsoft Office PowerPoint</Application>
  <PresentationFormat>On-screen Show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ETL: Movie Analytics</dc:title>
  <dc:subject>PptxGenJS Presentation</dc:subject>
  <dc:creator>Gogo Harrison</dc:creator>
  <cp:lastModifiedBy>Gogo Harrison</cp:lastModifiedBy>
  <cp:revision>3</cp:revision>
  <dcterms:created xsi:type="dcterms:W3CDTF">2026-04-08T21:15:55Z</dcterms:created>
  <dcterms:modified xsi:type="dcterms:W3CDTF">2026-04-10T08:52:33Z</dcterms:modified>
</cp:coreProperties>
</file>